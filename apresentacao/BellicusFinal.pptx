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80" r:id="rId4"/>
    <p:sldId id="276" r:id="rId5"/>
    <p:sldId id="286" r:id="rId6"/>
    <p:sldId id="277" r:id="rId7"/>
    <p:sldId id="278" r:id="rId8"/>
    <p:sldId id="279" r:id="rId9"/>
    <p:sldId id="281" r:id="rId10"/>
    <p:sldId id="282" r:id="rId11"/>
    <p:sldId id="283" r:id="rId12"/>
    <p:sldId id="284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A9"/>
    <a:srgbClr val="CD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64526-A796-C6CB-8E8E-244EF2BFB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44A508-7661-A39D-56F6-45C62EA2B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2869A9-94AB-B9A0-0A22-73EF127B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617F97-949B-5908-1A66-E8B7C731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E7C948-D4D9-BCF8-B58F-1FCAC855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19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E4ED1-E048-4E75-1080-21AA6FBE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A77F28-B0B9-3B96-5F4D-688BB3E6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753D6C-A51A-19FC-FF9A-8D4E9357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916E93-DBE9-2826-F35F-0BAE81B68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A14046-F9A2-B0F3-F366-776128E7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18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72188-5503-18B4-2AF3-084133A1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0C3C8C-652D-7967-9237-79F00B38D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C05C58-7295-AC49-5E1B-631C88E7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DB5834-C51F-4807-8717-A3645B4F0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7EA9C1-92BB-6047-EFF5-4ED9A199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09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90785-A4C9-D45C-BE40-0BC9925B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2607B9-4048-1DFA-E5BE-E1C38B40A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9B4F39-30F8-1A97-EE2D-4E19F327E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D5262C-E5BC-2822-D2D5-6C13E684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93C515-E295-579E-68FF-085FC8D1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A1923C-A317-8D0B-C7BB-63E91871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14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75D25-FE9B-953C-5796-C128B530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111CEA-AE3A-A0AC-C56C-729C2ACCF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2B16D84-EAE2-C211-ABC8-9707B06CB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0FE5EA-B138-59EB-54F2-264867395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D02CF6-C1FB-0260-5522-A54FD9568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FC3352-F3F1-3E3F-A6A3-BB866320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D1B5D1D-3456-68F2-C751-636DB986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3B9B67D-B8CF-3154-BAA3-C2BCB260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7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A47AD-3647-D90C-085E-E0CA3C2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7DCC4C1-8320-074C-CEAD-C285235E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98E197-7797-3B8E-C764-2CD95999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EDAC48-2A66-C5F9-3449-E2CAD7BA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03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53C276B-0FA0-831C-33D5-156CB547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9047727-8A4F-92D3-C801-F12C4BA2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00E9EB-2709-7C99-87F6-06CBF9B4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45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096D8-1916-A89D-296C-436C867D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7EE20-CA55-7745-74EC-3C5667BF3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FBBCB4-25F2-60EA-7AC3-747F7B11E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2D2116-3239-FCB5-320A-46464841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030585-A168-2B64-2624-988933BD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636C05-B334-4F15-BCE9-F232E200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619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93DE3-B948-A53D-9B46-EDEBD949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7DF0DF-FED3-0651-0576-C6BD293CA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AEEC15-0EB8-2B23-FDB4-733ACE4C5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E59872-0C64-8C72-8403-40FD5E3D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6C5CFD-08C8-368B-3244-2B4BEFCF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3FA9A5-5A63-DD75-787E-EFC1F343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3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0E6B7-A632-0E9A-F367-796FDA84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24F210-3575-1567-C29E-D91050D3B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BFD6F4-3FA2-F7C3-9EAF-20E62AB3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61240C-BE6C-8B03-F21E-2F048DA78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71750-34C2-F092-CB23-58788AA5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17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092383-86C1-EA3C-6ADD-199422095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6614B3-4B0F-5428-A7E7-415FDD7C9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FB7922-A28E-8D64-33DA-145C78A7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3035B9-6B57-8B38-D40D-8A5ACFE3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9F08C2-97D8-098B-6283-641B95CF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105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875168-9BCF-6A1C-65C0-2AC564FE6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13B0D0-B751-51E2-2B89-6A557F782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344549-5528-0644-6BB9-9125F8EAE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E507E-E2B3-4152-BB08-254E51AC6265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51D113-7E4E-A611-7D5A-3BBEF0377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AD93A2-E9CE-E57A-3BB3-B04B68F22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F71FF-B594-42B0-8EBC-4C53E4485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46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Pois o Fim é Nossa Glória. : r/foxholegame">
            <a:extLst>
              <a:ext uri="{FF2B5EF4-FFF2-40B4-BE49-F238E27FC236}">
                <a16:creationId xmlns:a16="http://schemas.microsoft.com/office/drawing/2014/main" id="{C8B28E18-5817-082A-720F-5B88006A0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4" r="-1" b="-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947024-4A23-35F0-9AAC-1D9EF39D6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 dirty="0" err="1">
                <a:solidFill>
                  <a:srgbClr val="FFFFFF"/>
                </a:solidFill>
                <a:latin typeface="FluffyFont" panose="02000503000000000000" pitchFamily="2" charset="-52"/>
              </a:rPr>
              <a:t>Bellicus</a:t>
            </a:r>
            <a:br>
              <a:rPr lang="pt-BR" dirty="0">
                <a:solidFill>
                  <a:srgbClr val="FFFFFF"/>
                </a:solidFill>
                <a:latin typeface="FluffyFont" panose="02000503000000000000" pitchFamily="2" charset="-52"/>
              </a:rPr>
            </a:br>
            <a:r>
              <a:rPr lang="pt-BR" dirty="0">
                <a:solidFill>
                  <a:srgbClr val="FFFFFF"/>
                </a:solidFill>
                <a:latin typeface="FluffyFont" panose="02000503000000000000" pitchFamily="2" charset="-52"/>
              </a:rPr>
              <a:t>Apresentação 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7D1823-FC6D-26F2-91A7-45D574E61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  <a:latin typeface="FluffyFont" panose="02000503000000000000" pitchFamily="2" charset="-52"/>
              </a:rPr>
              <a:t>Bruno, Eraldo e Marcos</a:t>
            </a:r>
          </a:p>
        </p:txBody>
      </p:sp>
    </p:spTree>
    <p:extLst>
      <p:ext uri="{BB962C8B-B14F-4D97-AF65-F5344CB8AC3E}">
        <p14:creationId xmlns:p14="http://schemas.microsoft.com/office/powerpoint/2010/main" val="1824911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1B2CE1FA-4BF6-1752-2E72-57EB18BA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DFA6E2A-F133-3D3B-73B3-E695E9DE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EXPECTATIVA X RESULTADO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517B0F4-3E00-BAE4-F05C-55460698FB01}"/>
              </a:ext>
            </a:extLst>
          </p:cNvPr>
          <p:cNvSpPr txBox="1">
            <a:spLocks/>
          </p:cNvSpPr>
          <p:nvPr/>
        </p:nvSpPr>
        <p:spPr>
          <a:xfrm>
            <a:off x="2252669" y="-1602067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FFECA9"/>
                </a:solidFill>
                <a:latin typeface="FluffyFont" panose="02000503000000000000" pitchFamily="2" charset="-52"/>
              </a:rPr>
              <a:t>Gameplay</a:t>
            </a:r>
          </a:p>
        </p:txBody>
      </p:sp>
      <p:pic>
        <p:nvPicPr>
          <p:cNvPr id="9" name="Imagem 8" descr="Diagrama&#10;&#10;Descrição gerada automaticamente com confiança baixa">
            <a:extLst>
              <a:ext uri="{FF2B5EF4-FFF2-40B4-BE49-F238E27FC236}">
                <a16:creationId xmlns:a16="http://schemas.microsoft.com/office/drawing/2014/main" id="{39737455-0C5E-6C27-F1B7-25352D34E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87" y="1602067"/>
            <a:ext cx="4220846" cy="182693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25A9FD0-A6A1-B867-09E0-E28A54E9E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459" y="2848233"/>
            <a:ext cx="6184295" cy="347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9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0A261-4915-17F6-5BE4-099E084C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26858B58-EED9-D2B0-9E97-A501E9C1C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8B692BD7-D8FB-C091-ECE3-ABC9613C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EXPECTATIVA X RESULTADO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218C83F-4EBF-B6B1-9FCC-F7FFE0910D98}"/>
              </a:ext>
            </a:extLst>
          </p:cNvPr>
          <p:cNvSpPr txBox="1">
            <a:spLocks/>
          </p:cNvSpPr>
          <p:nvPr/>
        </p:nvSpPr>
        <p:spPr>
          <a:xfrm>
            <a:off x="2247672" y="-1573961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err="1">
                <a:solidFill>
                  <a:srgbClr val="FFECA9"/>
                </a:solidFill>
                <a:latin typeface="FluffyFont" panose="02000503000000000000" pitchFamily="2" charset="-52"/>
              </a:rPr>
              <a:t>Fim</a:t>
            </a:r>
            <a:r>
              <a:rPr lang="en-US" sz="4000" dirty="0">
                <a:solidFill>
                  <a:srgbClr val="FFECA9"/>
                </a:solidFill>
                <a:latin typeface="FluffyFont" panose="02000503000000000000" pitchFamily="2" charset="-52"/>
              </a:rPr>
              <a:t> de Jogo</a:t>
            </a:r>
          </a:p>
        </p:txBody>
      </p:sp>
      <p:pic>
        <p:nvPicPr>
          <p:cNvPr id="11" name="Imagem 10" descr="Placa verde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F08B9F28-F431-2BB7-F948-8CF48BE64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5" y="1689310"/>
            <a:ext cx="4571813" cy="197884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66B0CAB-DC69-9F8A-3DB8-78EDB65CC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805" y="3023434"/>
            <a:ext cx="5760274" cy="323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C900C-E155-B17C-BB48-26EF2BD8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8EFB0E78-641A-4F0D-F1C0-8CA0EAF94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2F187E4-E815-64FE-E770-4C51B14B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ARQUITETURA GERAL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C89D73-CF52-AED8-4E54-AF9F1BCDA805}"/>
              </a:ext>
            </a:extLst>
          </p:cNvPr>
          <p:cNvSpPr txBox="1">
            <a:spLocks/>
          </p:cNvSpPr>
          <p:nvPr/>
        </p:nvSpPr>
        <p:spPr>
          <a:xfrm>
            <a:off x="682847" y="3069236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Arquivos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: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Aritmética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operações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matemáticas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básicas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Lógica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evaluação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de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condições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Colisões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verificação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de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colisões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Quadtree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atualmente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inutilizado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Espera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Aux_WaitEventTimeoutCount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Estados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Estados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das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máquinas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de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estado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Estruturas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(Structs do Jogo)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Global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Variáveis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globais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Info (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Função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para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printar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texto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formatado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na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tela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Menu (Menu do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jogo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Save (WIP: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Salvar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 o </a:t>
            </a:r>
            <a:r>
              <a:rPr lang="en-US" sz="9600" dirty="0" err="1">
                <a:solidFill>
                  <a:srgbClr val="FFECA9"/>
                </a:solidFill>
                <a:latin typeface="FluffyFont" panose="02000503000000000000" pitchFamily="2" charset="-52"/>
              </a:rPr>
              <a:t>jogo</a:t>
            </a: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rgbClr val="FFECA9"/>
                </a:solidFill>
                <a:latin typeface="FluffyFont" panose="02000503000000000000" pitchFamily="2" charset="-52"/>
              </a:rPr>
              <a:t>Main</a:t>
            </a:r>
          </a:p>
          <a:p>
            <a:pPr marL="571500" indent="-57150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21905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1D1F0-9DD4-C449-F070-572EF907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4016C1EE-4B5A-B139-7261-E7F68CCA4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BA391C1-B3D6-0A60-5AA9-927271032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ARQUITETURA GERAL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7A9366-EFC5-7825-C5A5-8BE4A22918D6}"/>
              </a:ext>
            </a:extLst>
          </p:cNvPr>
          <p:cNvSpPr txBox="1">
            <a:spLocks/>
          </p:cNvSpPr>
          <p:nvPr/>
        </p:nvSpPr>
        <p:spPr>
          <a:xfrm>
            <a:off x="772788" y="1104844"/>
            <a:ext cx="8171344" cy="50711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4000" dirty="0" err="1">
                <a:solidFill>
                  <a:srgbClr val="FFECA9"/>
                </a:solidFill>
                <a:latin typeface="FluffyFont" panose="02000503000000000000" pitchFamily="2" charset="-52"/>
              </a:rPr>
              <a:t>Arquivos</a:t>
            </a:r>
            <a:r>
              <a:rPr lang="en-US" sz="4000" dirty="0">
                <a:solidFill>
                  <a:srgbClr val="FFECA9"/>
                </a:solidFill>
                <a:latin typeface="FluffyFont" panose="02000503000000000000" pitchFamily="2" charset="-52"/>
              </a:rPr>
              <a:t>: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1-19 (19 linhas): header 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23-163 (141 linhas): funções da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endParaRPr lang="pt-BR" sz="2400" i="0" dirty="0">
              <a:solidFill>
                <a:srgbClr val="FFECA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166-182 (17 linhas): inicialização do SDL2,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SDL_Mixer</a:t>
            </a: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variaveis</a:t>
            </a: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essenciais 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186-217 (32 linhas): carregamento de texturas e sons 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223-352 (130 linhas): inicialização de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variaveis</a:t>
            </a: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objetos,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timers</a:t>
            </a: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mapa 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356-469 (114 linhas): coleta de input 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472-1138 (667 linhas): atualização das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variaveis</a:t>
            </a: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criação e destruição de objetos e renderização 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1142-1177 (36 linhas): destruição de texturas e sons, finalização do SDL2 e </a:t>
            </a:r>
            <a:r>
              <a:rPr lang="pt-BR" sz="2400" i="0" dirty="0" err="1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SDL_Mixer</a:t>
            </a: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l" fontAlgn="base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FFECA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1-1178 (1178 linhas): amor e dedicação</a:t>
            </a:r>
          </a:p>
          <a:p>
            <a:pPr marL="571500" indent="-57150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3402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4814A-5FEC-3991-9964-B9A0AE294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80F6A863-EF4C-6DF4-EB08-B6FA01641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528E87C1-0A5E-24B9-2218-585F6F59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MÁQUINAS DE ESTADOS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1DAB16-C285-275D-5842-D5F8EF361C4B}"/>
              </a:ext>
            </a:extLst>
          </p:cNvPr>
          <p:cNvSpPr txBox="1">
            <a:spLocks/>
          </p:cNvSpPr>
          <p:nvPr/>
        </p:nvSpPr>
        <p:spPr>
          <a:xfrm>
            <a:off x="2252669" y="-1602067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FFECA9"/>
                </a:solidFill>
                <a:latin typeface="FluffyFont" panose="02000503000000000000" pitchFamily="2" charset="-52"/>
              </a:rPr>
              <a:t>Soldados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1B76A4-DE6F-B91E-5553-AD0F28131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836" y="1814287"/>
            <a:ext cx="6697010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9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F8B14-7A3E-7C4E-FD24-1D95FBD1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15293DBC-5CAD-A50B-3A59-7E5CCBD86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D552C60-9FC7-0197-23F7-2A98E4A8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MÁQUINAS DE ESTADOS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28A822-88A9-4871-9642-50E1738D99EC}"/>
              </a:ext>
            </a:extLst>
          </p:cNvPr>
          <p:cNvSpPr txBox="1">
            <a:spLocks/>
          </p:cNvSpPr>
          <p:nvPr/>
        </p:nvSpPr>
        <p:spPr>
          <a:xfrm>
            <a:off x="2252669" y="-1602067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err="1">
                <a:solidFill>
                  <a:srgbClr val="FFECA9"/>
                </a:solidFill>
                <a:latin typeface="FluffyFont" panose="02000503000000000000" pitchFamily="2" charset="-52"/>
              </a:rPr>
              <a:t>Marcha</a:t>
            </a:r>
            <a:endParaRPr lang="en-US" sz="40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7BFA99-951E-55AB-6EAF-5B3C8A37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387" y="1602067"/>
            <a:ext cx="67532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7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B96AA-A4FC-02D4-52C0-7ECDB5D80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F878B40B-2268-C508-2B62-1DE08ACD8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C0482407-7CF2-CBC6-0739-8BC22863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MÁQUINAS DE ESTADOS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5495B-26E6-A732-8EDA-943CBF9AE7B6}"/>
              </a:ext>
            </a:extLst>
          </p:cNvPr>
          <p:cNvSpPr txBox="1">
            <a:spLocks/>
          </p:cNvSpPr>
          <p:nvPr/>
        </p:nvSpPr>
        <p:spPr>
          <a:xfrm>
            <a:off x="2252669" y="-1602067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FFECA9"/>
                </a:solidFill>
                <a:latin typeface="FluffyFont" panose="02000503000000000000" pitchFamily="2" charset="-52"/>
              </a:rPr>
              <a:t>Menu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158F48-6235-5133-2D7E-062B9477F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075" y="1602067"/>
            <a:ext cx="55538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4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C4A7E-D4B6-EB2E-1CA5-11CDB649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45F5230D-1EAD-9982-3593-D4C8B4689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4B1C81F-4558-4DD2-0920-8F38B1C3F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TRECHOS INTERESSANTES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629551-024C-42D3-A3CE-92EBE86D10F8}"/>
              </a:ext>
            </a:extLst>
          </p:cNvPr>
          <p:cNvSpPr txBox="1">
            <a:spLocks/>
          </p:cNvSpPr>
          <p:nvPr/>
        </p:nvSpPr>
        <p:spPr>
          <a:xfrm>
            <a:off x="2252669" y="-1602067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err="1">
                <a:solidFill>
                  <a:srgbClr val="FFECA9"/>
                </a:solidFill>
                <a:latin typeface="FluffyFont" panose="02000503000000000000" pitchFamily="2" charset="-52"/>
              </a:rPr>
              <a:t>Metralhadora</a:t>
            </a:r>
            <a:endParaRPr lang="en-US" sz="40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88209CA-303B-3427-1A9F-CB30434C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30" y="1765599"/>
            <a:ext cx="10989940" cy="453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4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0015C-D9D9-AB65-7519-0E794F9B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55793A63-F63D-F32C-A54C-64D97C22D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EE27C42-537F-DADF-09B7-8D99CDF6E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TRECHOS INTERESSANTES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FC2D7C-94AE-F17A-FBAD-DA975A749FC3}"/>
              </a:ext>
            </a:extLst>
          </p:cNvPr>
          <p:cNvSpPr txBox="1">
            <a:spLocks/>
          </p:cNvSpPr>
          <p:nvPr/>
        </p:nvSpPr>
        <p:spPr>
          <a:xfrm>
            <a:off x="2252669" y="-1602067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FFECA9"/>
                </a:solidFill>
                <a:latin typeface="FluffyFont" panose="02000503000000000000" pitchFamily="2" charset="-52"/>
              </a:rPr>
              <a:t>Spawn Soldado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64DC14-D9B2-79BA-FE3E-FBE00402C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403" y="1602067"/>
            <a:ext cx="6871194" cy="47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6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8F54C-9803-8642-9DAE-5F32BC26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8D8D8167-30C4-943B-83BE-C9F3825E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C44A0E36-5A53-1435-32F3-04AFFA42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-2080551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ECA9"/>
                </a:solidFill>
                <a:latin typeface="FluffyFont" panose="02000503000000000000" pitchFamily="2" charset="-52"/>
              </a:rPr>
              <a:t>TRECHOS INTERESSANTES</a:t>
            </a:r>
            <a:endParaRPr lang="en-US" sz="4800" kern="1200" dirty="0">
              <a:solidFill>
                <a:srgbClr val="FFECA9"/>
              </a:solidFill>
              <a:latin typeface="FluffyFont" panose="02000503000000000000" pitchFamily="2" charset="-52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D1B3E2-EFC5-AF5A-EA13-922402267433}"/>
              </a:ext>
            </a:extLst>
          </p:cNvPr>
          <p:cNvSpPr txBox="1">
            <a:spLocks/>
          </p:cNvSpPr>
          <p:nvPr/>
        </p:nvSpPr>
        <p:spPr>
          <a:xfrm>
            <a:off x="2252669" y="-1602067"/>
            <a:ext cx="817134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FFECA9"/>
                </a:solidFill>
                <a:latin typeface="FluffyFont" panose="02000503000000000000" pitchFamily="2" charset="-52"/>
              </a:rPr>
              <a:t>Tela de Morte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6DEEDFF-A94C-01D7-56DD-D72A6F001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641" y="1719825"/>
            <a:ext cx="7047400" cy="454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50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32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9FBCA-443A-9BC6-AD99-87D377CAC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9860E242-B390-096A-5EF3-A411AF364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36A8964-8048-79C1-BF80-30931341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328" y="224866"/>
            <a:ext cx="817134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rgbClr val="FFECA9"/>
                </a:solidFill>
                <a:latin typeface="FluffyFont" panose="02000503000000000000" pitchFamily="2" charset="-52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825846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a 1">
      <a:majorFont>
        <a:latin typeface="FluffyFont"/>
        <a:ea typeface=""/>
        <a:cs typeface=""/>
      </a:majorFont>
      <a:minorFont>
        <a:latin typeface="FluffyFo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230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FluffyFont</vt:lpstr>
      <vt:lpstr>Tema do Office</vt:lpstr>
      <vt:lpstr>Bellicus Apresentação Final</vt:lpstr>
      <vt:lpstr>EXPECTATIVA X RESULTADO</vt:lpstr>
      <vt:lpstr>EXPECTATIVA X RESULTADO</vt:lpstr>
      <vt:lpstr>ARQUITETURA GERAL</vt:lpstr>
      <vt:lpstr>ARQUITETURA GERAL</vt:lpstr>
      <vt:lpstr>MÁQUINAS DE ESTADOS</vt:lpstr>
      <vt:lpstr>MÁQUINAS DE ESTADOS</vt:lpstr>
      <vt:lpstr>MÁQUINAS DE ESTADOS</vt:lpstr>
      <vt:lpstr>TRECHOS INTERESSANTES</vt:lpstr>
      <vt:lpstr>TRECHOS INTERESSANTES</vt:lpstr>
      <vt:lpstr>TRECHOS INTERESSANTES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Eraldo Botelho</dc:creator>
  <cp:lastModifiedBy>Eraldo Botelho</cp:lastModifiedBy>
  <cp:revision>5</cp:revision>
  <dcterms:created xsi:type="dcterms:W3CDTF">2025-11-18T13:02:08Z</dcterms:created>
  <dcterms:modified xsi:type="dcterms:W3CDTF">2025-12-07T20:49:41Z</dcterms:modified>
</cp:coreProperties>
</file>